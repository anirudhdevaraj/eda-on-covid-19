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60" r:id="rId2"/>
    <p:sldId id="261" r:id="rId3"/>
    <p:sldId id="264" r:id="rId4"/>
    <p:sldId id="262" r:id="rId5"/>
    <p:sldId id="265" r:id="rId6"/>
    <p:sldId id="273" r:id="rId7"/>
    <p:sldId id="263" r:id="rId8"/>
    <p:sldId id="270" r:id="rId9"/>
    <p:sldId id="271" r:id="rId10"/>
    <p:sldId id="272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F"/>
    <a:srgbClr val="E35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4A8B7-C6B3-44F2-899D-13899FFDF14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526C7-3725-4583-811C-1DA74730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96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8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4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5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1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9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7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1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9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4" y="-27384"/>
            <a:ext cx="9180843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3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E2287-2510-49FE-9FC5-4AEB0F6EC822}" type="datetimeFigureOut">
              <a:rPr lang="en-IN" smtClean="0"/>
              <a:t>30-06-2020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D08D8-B32A-4000-A19F-399103995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53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154559"/>
          </a:xfrm>
          <a:solidFill>
            <a:srgbClr val="E35F13"/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Graduate" panose="02000503000000020004" pitchFamily="2" charset="0"/>
              </a:rPr>
              <a:t>E</a:t>
            </a:r>
            <a:r>
              <a:rPr lang="en-IN" dirty="0" err="1">
                <a:solidFill>
                  <a:schemeClr val="bg1"/>
                </a:solidFill>
              </a:rPr>
              <a:t>xploratory</a:t>
            </a:r>
            <a:r>
              <a:rPr lang="en-IN" dirty="0">
                <a:solidFill>
                  <a:schemeClr val="bg1"/>
                </a:solidFill>
              </a:rPr>
              <a:t> Data Analysis</a:t>
            </a:r>
            <a:r>
              <a:rPr lang="en-US" dirty="0">
                <a:solidFill>
                  <a:schemeClr val="bg1"/>
                </a:solidFill>
                <a:latin typeface="Graduate" panose="02000503000000020004" pitchFamily="2" charset="0"/>
                <a:ea typeface="Liberation Sans" panose="020B0604020202020204" pitchFamily="34" charset="0"/>
                <a:cs typeface="Liberation Sans" panose="020B0604020202020204" pitchFamily="34" charset="0"/>
              </a:rPr>
              <a:t> on Coronavirus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364088" y="4869160"/>
            <a:ext cx="3779912" cy="122413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By:</a:t>
            </a:r>
          </a:p>
          <a:p>
            <a:r>
              <a:rPr lang="en-US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Anirudh D (01JST19PSE001)</a:t>
            </a:r>
          </a:p>
          <a:p>
            <a:r>
              <a:rPr lang="en-US" sz="18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Swaroop S (01JST19PSE021)</a:t>
            </a:r>
          </a:p>
          <a:p>
            <a:endParaRPr lang="en-US" sz="2000" dirty="0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025134"/>
            <a:ext cx="9144000" cy="107722"/>
          </a:xfrm>
          <a:prstGeom prst="rect">
            <a:avLst/>
          </a:prstGeom>
          <a:solidFill>
            <a:srgbClr val="00405F"/>
          </a:solidFill>
        </p:spPr>
        <p:txBody>
          <a:bodyPr wrap="square" rtlCol="0">
            <a:spAutoFit/>
          </a:bodyPr>
          <a:lstStyle/>
          <a:p>
            <a:endParaRPr lang="en-US" sz="1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284984"/>
            <a:ext cx="9144000" cy="107722"/>
          </a:xfrm>
          <a:prstGeom prst="rect">
            <a:avLst/>
          </a:prstGeom>
          <a:solidFill>
            <a:srgbClr val="00405F"/>
          </a:solidFill>
        </p:spPr>
        <p:txBody>
          <a:bodyPr wrap="square" rtlCol="0">
            <a:spAutoFit/>
          </a:bodyPr>
          <a:lstStyle/>
          <a:p>
            <a:endParaRPr lang="en-US" sz="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64DF5-9BAA-4E7D-B5C2-8E104BD131EB}"/>
              </a:ext>
            </a:extLst>
          </p:cNvPr>
          <p:cNvSpPr txBox="1"/>
          <p:nvPr/>
        </p:nvSpPr>
        <p:spPr>
          <a:xfrm>
            <a:off x="2015716" y="3607712"/>
            <a:ext cx="511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Under the Guidance of</a:t>
            </a:r>
          </a:p>
          <a:p>
            <a:pPr algn="ctr"/>
            <a:r>
              <a:rPr lang="en-US" sz="2400" b="1" dirty="0"/>
              <a:t>Dr. R J P</a:t>
            </a:r>
            <a:r>
              <a:rPr lang="en-IN" sz="2400" b="1" dirty="0" err="1"/>
              <a:t>rathibha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3516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Graduate" panose="02000503000000020004" pitchFamily="2" charset="0"/>
              </a:rPr>
              <a:t>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To understand the dataset attributes and values for analysis of COVID-19 data.</a:t>
            </a:r>
          </a:p>
          <a:p>
            <a:pPr lvl="0"/>
            <a:r>
              <a:rPr lang="en-IN" dirty="0"/>
              <a:t>To clean the Dataset for any noise, out layers and extract only the necessary information.</a:t>
            </a:r>
          </a:p>
          <a:p>
            <a:pPr lvl="0"/>
            <a:r>
              <a:rPr lang="en-IN" dirty="0"/>
              <a:t>To perform exploratory data analysis on the cleaned dataset by making visual reports and understand the spread of COVD-19.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66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1DB3-E1AD-480D-99FF-E1CA4C53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811E-C5DF-48E9-BF85-D929A4E5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51" y="1419800"/>
            <a:ext cx="8147248" cy="5001419"/>
          </a:xfrm>
        </p:spPr>
        <p:txBody>
          <a:bodyPr>
            <a:normAutofit/>
          </a:bodyPr>
          <a:lstStyle/>
          <a:p>
            <a:r>
              <a:rPr lang="en-US" sz="2800" dirty="0"/>
              <a:t>Dataset: Novel Corona Virus Dataset.</a:t>
            </a:r>
          </a:p>
          <a:p>
            <a:r>
              <a:rPr lang="en-US" sz="2800" dirty="0"/>
              <a:t>Source: World Health Organization(WHO) and 	        Covid19India.org</a:t>
            </a:r>
          </a:p>
          <a:p>
            <a:r>
              <a:rPr lang="en-US" sz="2800" dirty="0"/>
              <a:t>Dataset 1: 8 Columns, </a:t>
            </a:r>
            <a:r>
              <a:rPr lang="en-IN" sz="2800" dirty="0"/>
              <a:t>52470</a:t>
            </a:r>
            <a:r>
              <a:rPr lang="en-US" sz="2800" dirty="0"/>
              <a:t> Rows </a:t>
            </a:r>
          </a:p>
          <a:p>
            <a:pPr lvl="1"/>
            <a:r>
              <a:rPr lang="en-US" sz="2400" dirty="0"/>
              <a:t>(Observation Date, State, Country, Last Update, Confirmed, Deaths, Recovered)</a:t>
            </a:r>
            <a:endParaRPr lang="en-US" sz="2800" dirty="0"/>
          </a:p>
          <a:p>
            <a:r>
              <a:rPr lang="en-US" sz="2800" dirty="0"/>
              <a:t>Dataset 2: 22 Columns, 102610 Rows </a:t>
            </a:r>
          </a:p>
          <a:p>
            <a:pPr lvl="1"/>
            <a:r>
              <a:rPr lang="en-US" sz="2400" dirty="0"/>
              <a:t>(Patient Number, State Patient Number, Date                         Announced, Estimated Onset Date, Age Bracket, Gender, Detected City and many more)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142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09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IN" dirty="0" err="1"/>
              <a:t>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09" y="1789931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Understanding dataset.</a:t>
            </a:r>
          </a:p>
          <a:p>
            <a:pPr algn="just"/>
            <a:r>
              <a:rPr lang="en-US" dirty="0"/>
              <a:t>Data Preparation.</a:t>
            </a:r>
          </a:p>
          <a:p>
            <a:pPr algn="just"/>
            <a:r>
              <a:rPr lang="en-US" dirty="0"/>
              <a:t>Cleaning the dataset.</a:t>
            </a:r>
          </a:p>
          <a:p>
            <a:pPr algn="just"/>
            <a:r>
              <a:rPr lang="en-US" dirty="0"/>
              <a:t>Exploratory Data Analysis	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Visualizing unique Countries and their count.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 Graph – Top countries with highest cases.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 Data Analysis on India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0C17-8478-4D6C-87BF-1F40A068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90B54-3DF6-441D-81A3-D7E4E6E18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Exploratory data analysis- Graphical Method used for Analysis</a:t>
            </a:r>
          </a:p>
          <a:p>
            <a:r>
              <a:rPr lang="en-IN" dirty="0"/>
              <a:t>Identifying strong attributes.</a:t>
            </a:r>
          </a:p>
          <a:p>
            <a:r>
              <a:rPr lang="en-IN" dirty="0"/>
              <a:t>Plotting graphical views on attributes.</a:t>
            </a:r>
          </a:p>
          <a:p>
            <a:r>
              <a:rPr lang="en-IN" dirty="0"/>
              <a:t>Statistical analysis. </a:t>
            </a:r>
          </a:p>
          <a:p>
            <a:r>
              <a:rPr lang="en-IN" dirty="0"/>
              <a:t>Creating an visual report.</a:t>
            </a:r>
          </a:p>
        </p:txBody>
      </p:sp>
    </p:spTree>
    <p:extLst>
      <p:ext uri="{BB962C8B-B14F-4D97-AF65-F5344CB8AC3E}">
        <p14:creationId xmlns:p14="http://schemas.microsoft.com/office/powerpoint/2010/main" val="180160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E702-DCB7-4687-B7FE-765050DEB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r>
              <a:rPr lang="en-US" sz="2500" dirty="0"/>
              <a:t>Percentage of confirmed cases per country across the world. </a:t>
            </a:r>
          </a:p>
          <a:p>
            <a:r>
              <a:rPr lang="en-US" sz="2500" dirty="0"/>
              <a:t>Top 5 countries affected by Corona Virus. </a:t>
            </a:r>
          </a:p>
          <a:p>
            <a:r>
              <a:rPr lang="en-US" sz="2500" dirty="0"/>
              <a:t>Respective Death, Confirmed and Active cases in Bar Graph. </a:t>
            </a:r>
          </a:p>
          <a:p>
            <a:r>
              <a:rPr lang="en-US" sz="2500" dirty="0"/>
              <a:t>Analysis of Indian states with current Covid-19 case status. </a:t>
            </a:r>
          </a:p>
          <a:p>
            <a:r>
              <a:rPr lang="en-US" sz="2500" dirty="0"/>
              <a:t>Mortality Rate analysis for all states. </a:t>
            </a:r>
          </a:p>
          <a:p>
            <a:r>
              <a:rPr lang="en-US" sz="2500" dirty="0"/>
              <a:t>Top 10 states with confirmed cases analysis. </a:t>
            </a:r>
          </a:p>
          <a:p>
            <a:r>
              <a:rPr lang="en-US" sz="2500" dirty="0"/>
              <a:t>Top 10 states with Death count. </a:t>
            </a:r>
          </a:p>
          <a:p>
            <a:r>
              <a:rPr lang="en-US" sz="2500" dirty="0"/>
              <a:t>Analysis based on gender wise confirmed, recovered and Deaths in India. </a:t>
            </a:r>
          </a:p>
          <a:p>
            <a:r>
              <a:rPr lang="en-US" sz="2500" dirty="0"/>
              <a:t>Analysis based on Age wise recovered and death cases. </a:t>
            </a:r>
          </a:p>
          <a:p>
            <a:pPr marL="0" indent="0">
              <a:buNone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01097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E586-3DF1-4A71-BF98-0B50DA14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6B8D0-044F-4087-AB63-4E38D1957330}"/>
              </a:ext>
            </a:extLst>
          </p:cNvPr>
          <p:cNvSpPr txBox="1"/>
          <p:nvPr/>
        </p:nvSpPr>
        <p:spPr>
          <a:xfrm>
            <a:off x="4860032" y="2204864"/>
            <a:ext cx="3685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5 Countries affected by COVID19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32404-33A0-4C59-A8FC-717537F1D866}"/>
              </a:ext>
            </a:extLst>
          </p:cNvPr>
          <p:cNvSpPr txBox="1"/>
          <p:nvPr/>
        </p:nvSpPr>
        <p:spPr>
          <a:xfrm>
            <a:off x="150658" y="4595758"/>
            <a:ext cx="4032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Confirmed, Recovered and Death counts</a:t>
            </a:r>
          </a:p>
          <a:p>
            <a:pPr algn="ctr"/>
            <a:r>
              <a:rPr lang="en-US" b="1" dirty="0"/>
              <a:t>for top 5 countries</a:t>
            </a:r>
            <a:endParaRPr lang="en-IN" b="1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31D0F2B5-790A-4565-B571-120CB3CF3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72" y="1417638"/>
            <a:ext cx="4032964" cy="1951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4DD8DA-1C58-490C-9787-16D77B032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475" y="3542423"/>
            <a:ext cx="4437325" cy="2603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563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C1A1A5-F190-4C6C-B735-903C61E4B638}"/>
              </a:ext>
            </a:extLst>
          </p:cNvPr>
          <p:cNvSpPr txBox="1"/>
          <p:nvPr/>
        </p:nvSpPr>
        <p:spPr>
          <a:xfrm>
            <a:off x="5478032" y="1916832"/>
            <a:ext cx="3357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Indian Top 10 States with Highest</a:t>
            </a:r>
          </a:p>
          <a:p>
            <a:pPr algn="ctr"/>
            <a:r>
              <a:rPr lang="en-US" b="1" dirty="0"/>
              <a:t>Confirmed Cases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03D89-1CE4-45C8-B776-23877A4298CB}"/>
              </a:ext>
            </a:extLst>
          </p:cNvPr>
          <p:cNvSpPr txBox="1"/>
          <p:nvPr/>
        </p:nvSpPr>
        <p:spPr>
          <a:xfrm>
            <a:off x="494141" y="4581128"/>
            <a:ext cx="3357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Indian Top 10 States with Highest</a:t>
            </a:r>
          </a:p>
          <a:p>
            <a:pPr algn="ctr"/>
            <a:r>
              <a:rPr lang="en-US" b="1" dirty="0"/>
              <a:t>Causalities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38381-4ECC-4FF0-AF24-DFAB5BC86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07" y="1127114"/>
            <a:ext cx="4687757" cy="2447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5EFF31-F46C-4751-A48F-81109041B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831600"/>
            <a:ext cx="4961011" cy="25710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541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3A3B5D-E8D2-4050-BB73-77E7A0087F72}"/>
              </a:ext>
            </a:extLst>
          </p:cNvPr>
          <p:cNvSpPr txBox="1"/>
          <p:nvPr/>
        </p:nvSpPr>
        <p:spPr>
          <a:xfrm>
            <a:off x="5722693" y="1844824"/>
            <a:ext cx="3323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Gender wise active cases in India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8AA73-C7E6-4E1C-823A-BFBB0A660CE9}"/>
              </a:ext>
            </a:extLst>
          </p:cNvPr>
          <p:cNvSpPr txBox="1"/>
          <p:nvPr/>
        </p:nvSpPr>
        <p:spPr>
          <a:xfrm>
            <a:off x="683568" y="4797152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Age wise cases in India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AC90E-F68A-427D-83A2-ED3DEFCB89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0"/>
          <a:stretch/>
        </p:blipFill>
        <p:spPr>
          <a:xfrm>
            <a:off x="379702" y="1274740"/>
            <a:ext cx="4824536" cy="18788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001490-CA5F-45BA-BBA7-C867853B1F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68"/>
          <a:stretch/>
        </p:blipFill>
        <p:spPr>
          <a:xfrm>
            <a:off x="4067944" y="3475419"/>
            <a:ext cx="4824536" cy="26434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314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738C-BBE5-4707-8620-0ED6B1D5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E863-2D54-4C73-B627-7D8E57993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Exploratory Data Analysis on Corona Virus will help in tracking the behavior of spread of virus. </a:t>
            </a:r>
          </a:p>
          <a:p>
            <a:pPr algn="just"/>
            <a:r>
              <a:rPr lang="en-US" dirty="0"/>
              <a:t>Analysis shows the growth trends of infected cases in India, the number of deaths, cured, total cases in the country. </a:t>
            </a:r>
          </a:p>
        </p:txBody>
      </p:sp>
    </p:spTree>
    <p:extLst>
      <p:ext uri="{BB962C8B-B14F-4D97-AF65-F5344CB8AC3E}">
        <p14:creationId xmlns:p14="http://schemas.microsoft.com/office/powerpoint/2010/main" val="242747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CA583-F45C-43EF-815F-35EFE5E7A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532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398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Graduate</vt:lpstr>
      <vt:lpstr>Liberation Sans</vt:lpstr>
      <vt:lpstr>Wingdings</vt:lpstr>
      <vt:lpstr>Office Theme</vt:lpstr>
      <vt:lpstr>Exploratory Data Analysis on Coronavirus</vt:lpstr>
      <vt:lpstr>Objectives</vt:lpstr>
      <vt:lpstr>About the Dataset</vt:lpstr>
      <vt:lpstr>Approach</vt:lpstr>
      <vt:lpstr>Analysis</vt:lpstr>
      <vt:lpstr>PowerPoint Presentation</vt:lpstr>
      <vt:lpstr>Results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jhonson</dc:creator>
  <cp:lastModifiedBy>Anirudh Devaraj</cp:lastModifiedBy>
  <cp:revision>46</cp:revision>
  <dcterms:created xsi:type="dcterms:W3CDTF">2018-06-12T17:38:58Z</dcterms:created>
  <dcterms:modified xsi:type="dcterms:W3CDTF">2020-06-30T04:30:17Z</dcterms:modified>
</cp:coreProperties>
</file>